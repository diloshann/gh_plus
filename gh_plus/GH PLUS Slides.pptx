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8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9" r:id="rId28"/>
    <p:sldId id="280" r:id="rId29"/>
    <p:sldId id="281" r:id="rId30"/>
    <p:sldId id="282" r:id="rId31"/>
    <p:sldId id="285" r:id="rId32"/>
    <p:sldId id="290" r:id="rId33"/>
    <p:sldId id="286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6FD5-04A3-5CB0-511E-29FE949D0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F6D97-FA6D-C7D0-6AFB-F8974EDBC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FB425-458B-065F-3FE2-83858BF4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D372-1D99-269D-FC5E-A14B61799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43456-3E65-D0CD-34E8-6B0815AB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7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9838-F97F-9562-7F29-540F72AFE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526E7-87C4-D0D8-CC6E-8001BC9D0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B057A-20B3-58F4-43AD-78151DBEE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FED35-370B-4A32-06E6-0675CCD3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D19B9-3B74-4A01-D6D6-7EA151CB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8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6A49-D49B-7BD8-C039-55F90C43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6696-D47E-A85E-131B-3516A1874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F71A9-4485-955F-FE79-DABC4D68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CA007-B545-5F4B-76CE-3F3E4053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7958C-B20E-99D2-F497-7E9BF778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8596-9532-A487-222F-1A11C9C3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0E3A-B47E-C528-80E5-A2261AF27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21482-6082-8D63-6E2B-FF5F9062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3A287-C092-AA79-F4DF-7E492DD6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CB144-7F55-543C-A130-791E5DC5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AF2BA-746A-4A1A-DDAF-91A82BE5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2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0AC1-C497-D1F7-128B-EAAF8EB1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D4833-5225-7914-6233-450D0DE4B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3F55F-09C5-1EB2-F224-B0C007F89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DF616-D4A1-9C3E-B512-DF121CBD2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DEBD5-194E-05EB-D24D-F21F17D98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A7EE4-9EA0-35A8-F23B-794048DB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B92E42-1E71-E19D-ECE0-685C434F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3B17C-9B31-C7C0-45A6-43B48E8B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41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6F68-85CF-A99B-8EEF-48F4196A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CB1E5C-C49D-1F83-DCD7-CC4DD6CB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EC0A4-2BF3-36F5-2B67-D9DF56B81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968B3-0843-2CCE-25E7-38C6B521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30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4908F-9E4C-E35F-5697-77F9A9E3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03254-08FD-45BC-BEFE-52FB28BBD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8D84E-6F81-6D08-2344-8C8DFA9E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0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EF7B-CA61-0CD1-7289-BCB139F16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EE932-2980-1F61-DBAD-56DEFE3D7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5B3BC-71F4-F011-DB82-60C0B0E69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F16E4-A62F-6F78-93FE-11251EE7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F0478-D9DE-02ED-38FE-3D3A1E37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7AC7F-8514-7160-4B72-94B3220F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7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94A6B-BBD9-DA91-04D2-43E6950E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F5A5F-6C4F-C982-AB50-FE93AF5FD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0853E-DA90-D097-244B-9560CE510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AE973-61AC-ADC4-4967-A636FC3F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7A374-F5CF-7BB2-7D44-F851C68D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0A6A6-AD30-5063-69F7-91F6863C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3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9A2D-B35F-424D-A660-65E85C65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9B063-999D-C4D7-DE8D-24B93B061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1C336-BA3C-2512-2114-8A569B29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FCC95-C653-411E-B574-FAFFFC4D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6D368-914E-1448-148E-254AD7EB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9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D94D9-A0D8-6864-0B65-4ED39BCE9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BAA57-DB6B-BDAF-08BD-03DEC1290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518A0-4FE0-0E9B-C7BF-D1A949A6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C1EC9-DB9A-0C18-FCCD-CBC4138C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4F1A0-90E6-4576-96A9-84891C93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3138D-D0C0-EB89-1938-9E983732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AA23F-733E-C9DA-A114-357D2AB9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89C40-849E-7DA9-6CC1-837942B8E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4564A-5509-4859-8AE5-0F535C9124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6D565-670F-643D-00E5-F9B2E7C89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455F4-4225-3BDD-1884-FAE316A10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800E9-E616-4872-A994-E70F879CAE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27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B574-4DC9-03C5-E88E-30C7BD02D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6391"/>
            <a:ext cx="9144000" cy="2387600"/>
          </a:xfrm>
        </p:spPr>
        <p:txBody>
          <a:bodyPr>
            <a:normAutofit/>
          </a:bodyPr>
          <a:lstStyle/>
          <a:p>
            <a:r>
              <a:rPr lang="en-US" sz="13800" dirty="0"/>
              <a:t>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03E5F-DE42-00E7-4182-E940F4967F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06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348AC9-B186-1FB4-562C-061B1B6D0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600" y="643467"/>
            <a:ext cx="5236800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17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AA02E-071C-851C-C035-0EF7F2BCB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6"/>
            <a:ext cx="10905066" cy="517990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95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6DB32-CA99-0AC1-4C26-F63B9D703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44" y="173665"/>
            <a:ext cx="9692329" cy="631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88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4FB619-3258-BF85-BAC6-6C5436E4F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12192000" cy="520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84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1B1D0-6FA2-80E2-2CB6-EF767799E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2" y="224431"/>
            <a:ext cx="12192000" cy="640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12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149B5-F795-0E2B-8414-F5BE28FF6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606" y="601187"/>
            <a:ext cx="8314307" cy="599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21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C9777C-4ECB-F278-043D-4EB464BC5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598"/>
            <a:ext cx="12192000" cy="535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01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C6EFBE-8198-AB88-78EB-5D7D233E3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" y="388746"/>
            <a:ext cx="12192000" cy="608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62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3680A-D0F5-D543-C5F2-334410C98475}"/>
              </a:ext>
            </a:extLst>
          </p:cNvPr>
          <p:cNvSpPr txBox="1"/>
          <p:nvPr/>
        </p:nvSpPr>
        <p:spPr>
          <a:xfrm>
            <a:off x="2721429" y="2360749"/>
            <a:ext cx="69543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/>
              <a:t>Doctor Login</a:t>
            </a:r>
          </a:p>
        </p:txBody>
      </p:sp>
    </p:spTree>
    <p:extLst>
      <p:ext uri="{BB962C8B-B14F-4D97-AF65-F5344CB8AC3E}">
        <p14:creationId xmlns:p14="http://schemas.microsoft.com/office/powerpoint/2010/main" val="1061778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A57255-C495-5F0D-F02A-07376EEED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7716"/>
            <a:ext cx="12192000" cy="472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25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14637A-1892-369D-3468-4D6F2215F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" y="1247663"/>
            <a:ext cx="12046569" cy="436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82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720B24-061D-78C6-03EF-FF935191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1000000"/>
            <a:ext cx="12122773" cy="4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64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465474-AF26-254A-AB0A-0B6B600E6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91" y="562277"/>
            <a:ext cx="11424217" cy="546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82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F8A509-198B-B060-2EE6-A668EBDD8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93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38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E39359-AC33-ED6E-48B9-7967F75E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" y="1396895"/>
            <a:ext cx="12116423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24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68AD65-1345-9CF7-5867-3F2026DF6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542"/>
            <a:ext cx="12192000" cy="66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47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716554-7298-BFDC-CC4C-C9FB4974130D}"/>
              </a:ext>
            </a:extLst>
          </p:cNvPr>
          <p:cNvSpPr txBox="1"/>
          <p:nvPr/>
        </p:nvSpPr>
        <p:spPr>
          <a:xfrm>
            <a:off x="2865949" y="2416629"/>
            <a:ext cx="646010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Patient Login</a:t>
            </a:r>
          </a:p>
        </p:txBody>
      </p:sp>
    </p:spTree>
    <p:extLst>
      <p:ext uri="{BB962C8B-B14F-4D97-AF65-F5344CB8AC3E}">
        <p14:creationId xmlns:p14="http://schemas.microsoft.com/office/powerpoint/2010/main" val="3772994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4B1F5F-B8BD-438C-13FE-88B444166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977774"/>
            <a:ext cx="12160875" cy="490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45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FE2010-9082-B4C8-04DC-83FB155A3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7" y="876169"/>
            <a:ext cx="11983066" cy="51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88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F24A3C-85C0-9565-6EFC-D7AE1F36A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75" y="0"/>
            <a:ext cx="11236095" cy="683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82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A7C720-D479-6CC9-A20E-64F0126E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80929"/>
            <a:ext cx="12182649" cy="440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060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0E54B2-169F-967F-A172-AE7947F20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" y="1209561"/>
            <a:ext cx="12173576" cy="44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83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E812E4-8D02-8DB3-9320-EE240F9F5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394" y="296357"/>
            <a:ext cx="11678884" cy="455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0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56BD70-1D16-C8BB-5E68-905892E6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932"/>
            <a:ext cx="12192000" cy="636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51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1B77E-A5D9-F8E1-DD4B-007CDB9CD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617"/>
            <a:ext cx="12192000" cy="539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64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54A20-DB4D-4AED-D8D6-39F18F27260E}"/>
              </a:ext>
            </a:extLst>
          </p:cNvPr>
          <p:cNvSpPr txBox="1"/>
          <p:nvPr/>
        </p:nvSpPr>
        <p:spPr>
          <a:xfrm>
            <a:off x="3189514" y="2492828"/>
            <a:ext cx="56485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Admin Login</a:t>
            </a:r>
          </a:p>
        </p:txBody>
      </p:sp>
    </p:spTree>
    <p:extLst>
      <p:ext uri="{BB962C8B-B14F-4D97-AF65-F5344CB8AC3E}">
        <p14:creationId xmlns:p14="http://schemas.microsoft.com/office/powerpoint/2010/main" val="1574191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5FAFF8-5B97-DB53-B2FF-53900F96D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3" y="1187335"/>
            <a:ext cx="12135474" cy="44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53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5DD315-B7E3-F015-6E19-2CF5F9B75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1562004"/>
            <a:ext cx="12160875" cy="37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96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7CB394-DBE8-29C2-98E4-D3766C01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2" y="1520727"/>
            <a:ext cx="11989416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01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C15E6A-5279-B18A-D4CA-75041D29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" y="1587405"/>
            <a:ext cx="12154525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11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D73A4-ED5B-00B9-A0C3-9AD55F5B6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1473099"/>
            <a:ext cx="12160875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07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6CE8A3-C504-D3AB-906E-0D2276352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949197"/>
            <a:ext cx="12008467" cy="49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86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61F199-C982-54F5-2FA7-DC65736602A0}"/>
              </a:ext>
            </a:extLst>
          </p:cNvPr>
          <p:cNvSpPr txBox="1"/>
          <p:nvPr/>
        </p:nvSpPr>
        <p:spPr>
          <a:xfrm>
            <a:off x="3432354" y="2394857"/>
            <a:ext cx="532729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1982207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</Words>
  <Application>Microsoft Office PowerPoint</Application>
  <PresentationFormat>Widescreen</PresentationFormat>
  <Paragraphs>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d49829</dc:creator>
  <cp:lastModifiedBy>d49829</cp:lastModifiedBy>
  <cp:revision>4</cp:revision>
  <dcterms:created xsi:type="dcterms:W3CDTF">2026-05-03T06:37:38Z</dcterms:created>
  <dcterms:modified xsi:type="dcterms:W3CDTF">2026-07-02T09:10:30Z</dcterms:modified>
</cp:coreProperties>
</file>